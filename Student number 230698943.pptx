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71185-0C08-4C06-AD1D-094DC23937B7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0850B-6A94-4D59-BA16-8CF9C18C74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40632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0850B-6A94-4D59-BA16-8CF9C18C7400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9432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5069-A526-BA4D-8254-7B84F3838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71C99-C646-365A-42E8-E5861AC30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4FDFE-AC4E-76FC-6AE2-FBF28208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2FC58-1344-D4C3-BFCF-BDE202A7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ED62-0983-3025-C762-39294D71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6382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DD83-428F-C0B7-563D-DE6DD603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C908-3C93-3D59-C000-A9DC9D1CE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5366-EB19-5A54-205E-7259890D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CEE20-3F01-7D68-10B1-E2E71000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B7E7-F81B-75B0-7800-9F6D7666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0217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883D-A789-E089-9CF6-01803BAB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BA8AC-1F5D-B0DE-88AA-0D82E3446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6582C-3574-7138-0234-F3E0FD12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2B15-2658-5472-D7DC-F9870FD2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5EED4-4F32-AED8-C7B1-CB524A5E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6646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BFEF-3AC9-DFC8-BCE5-ED57E1E51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A47F-B66E-E5C1-00A9-87756F171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67568-C850-968F-370E-B0BC6B5B0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EBC6B-1E01-B927-46EB-3D695E1D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21AB7-3A0C-DA45-38F8-51EE6A5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1443C-2D8F-F8E5-3692-1A3B4C9E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3586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CC4D-0083-A573-8545-4766254A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42564-5F3E-6B6F-C9ED-31BC2BA7B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2D56C-AC14-E562-6253-EC5611D1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7B553-335F-8238-F532-F7CE80331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DDB8F-D90B-726A-32BB-7A7EE9E34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DA365-070C-7E60-9072-D5C87176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56F94-A68C-4BDE-BFF7-6BBAC250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1BED5-2477-8CB6-35B1-2A6787F1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422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A2C8-A141-A70A-C96F-E8C169AF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1069B-1712-4A85-4ACB-36836FEC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E84E5-93B6-17C2-C05F-82178D7B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E7D3F-0F6F-6A32-2077-A090C720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5849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1A972-A614-C5D2-41B2-CE7A0E00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C7E4E-FF8C-B432-065D-58AC181B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4B705-5FF3-1AE3-62DC-4BB131C8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642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3D99-1057-D203-E6D6-E16E3BD0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ECA1E-E4C0-7CD5-C315-ADD3ACE79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B13C1-CB54-871F-D030-04D3403A2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5E2D-D051-8CA1-5749-DA2CECA5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3A3F2-5A3E-3AA6-AD98-DEC21E6D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E4266-1390-F51A-8932-9A388E78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75946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DF2B-F7EE-B235-0783-3E85BBBB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F8117-E2A5-1B42-8E24-F7D7C59B3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5A516-CF4A-F8CD-C411-5B3B2AA35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A19ED-CC76-1C51-A865-5CB10AB7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065F4-E2DB-00CF-24AF-1B7B362B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52780-4B3D-C89A-236E-1E8AEB88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6917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E01F-6F42-6FF5-B66B-1D35AE81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00585-6C4F-4423-6AAD-3F4813199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FEC16-1F9E-5B5B-E701-F1ECA98C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49A8-4CB9-9F70-4DE8-B1C491272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8FD0E-EDBE-D5D8-D7E1-BB717D2A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441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BC1D6-51EF-A216-B3A9-7A5822D84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CA65B-AE2F-CE31-906A-BAAE99C01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85580-9A0C-E6BE-584B-CA35AA53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196F4-4D79-C293-255A-E1E412AF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AFA6D-3AD2-B244-F117-A49AE317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3120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668D3-AC67-A69E-44E3-902E923D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F9400-8714-AF3C-8DA1-0B5DA411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BD4B-CF93-C288-36AE-4C9089C6C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EC70B-2C9F-4428-9AE5-3B2BFF23C76D}" type="datetimeFigureOut">
              <a:rPr lang="ru-KZ" smtClean="0"/>
              <a:t>24.02.2025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2F9D2-22A7-3D4C-1FB5-E66A1C6D2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6DD0-9BA9-FA53-AE97-F91EFC3B3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32D76-CA98-4E6E-BC09-70D5271E718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615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FCAFF-2970-940C-DEFB-4A37819CE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4" y="735106"/>
            <a:ext cx="10483684" cy="2568533"/>
          </a:xfrm>
        </p:spPr>
        <p:txBody>
          <a:bodyPr anchor="b">
            <a:normAutofit fontScale="90000"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COURSEWORK</a:t>
            </a:r>
            <a:br>
              <a:rPr lang="en-US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ST2187 Business </a:t>
            </a:r>
            <a:r>
              <a:rPr lang="ru-KZ" sz="32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analytics</a:t>
            </a: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KZ" sz="32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applied</a:t>
            </a: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KZ" sz="32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modelling</a:t>
            </a: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KZ" sz="32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KZ" sz="32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b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KZ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2024–2025</a:t>
            </a:r>
            <a:br>
              <a:rPr lang="en-US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dashboards</a:t>
            </a:r>
            <a:endParaRPr lang="ru-KZ" sz="32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08326-0EAA-C181-CE58-C74683AAE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8285" y="5811866"/>
            <a:ext cx="3506453" cy="1068824"/>
          </a:xfrm>
        </p:spPr>
        <p:txBody>
          <a:bodyPr anchor="ctr">
            <a:normAutofit/>
          </a:bodyPr>
          <a:lstStyle/>
          <a:p>
            <a:pPr algn="l"/>
            <a:r>
              <a:rPr lang="en-US" sz="1600" dirty="0"/>
              <a:t>                    Student number:230698943 </a:t>
            </a:r>
            <a:endParaRPr lang="ru-KZ" sz="1600" dirty="0"/>
          </a:p>
        </p:txBody>
      </p:sp>
    </p:spTree>
    <p:extLst>
      <p:ext uri="{BB962C8B-B14F-4D97-AF65-F5344CB8AC3E}">
        <p14:creationId xmlns:p14="http://schemas.microsoft.com/office/powerpoint/2010/main" val="223242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dashboard">
            <a:extLst>
              <a:ext uri="{FF2B5EF4-FFF2-40B4-BE49-F238E27FC236}">
                <a16:creationId xmlns:a16="http://schemas.microsoft.com/office/drawing/2014/main" id="{76F6C57E-5B9E-0884-F895-E2538ABA7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69" y="157656"/>
            <a:ext cx="11969537" cy="65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7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AF6EF-2876-DA10-6B7C-AF38722F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E7189E-ADF5-CF52-7B9C-B3E7FACC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7B66C-7D0C-80CC-DE26-F2A477787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4EA734-0149-4A5E-46B2-8D52D2307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AC9FFC-7F95-99F6-FABD-F8399E802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D5BFBD5-7C7A-4CB0-03FA-2584D7238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78677"/>
            <a:ext cx="11808542" cy="6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2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53DB5-83CD-4743-2E9A-587FA3E61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F6A4F2-154B-C039-8DBE-DEF6E5081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D7A673-85FE-C821-0D16-C91908BE5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ECFD8-BB7E-636C-B474-001D5100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9C050B-7777-D502-A550-754C7CEC2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logistic dashboard&#10;&#10;AI-generated content may be incorrect.">
            <a:extLst>
              <a:ext uri="{FF2B5EF4-FFF2-40B4-BE49-F238E27FC236}">
                <a16:creationId xmlns:a16="http://schemas.microsoft.com/office/drawing/2014/main" id="{6BE72BB4-F23E-5DE0-6AE5-5250CC7CF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9" y="157655"/>
            <a:ext cx="11974362" cy="658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1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B4CE5-9AC2-EFBA-7C84-8891E413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360A7C-CDDC-4903-7979-AC3DF59CB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F177F-2A3D-5740-4474-8A699851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704C4-F755-504C-DF39-5BC7C3DD6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548D0-4774-A23F-C094-DA6A5B57E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C1315C-4412-5823-AB4A-8B89B0961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97" y="89303"/>
            <a:ext cx="11876690" cy="66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1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BCB92-F6DC-3700-E007-3A04187F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59F5D4-199E-37B5-0E3A-5208E18A3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6C04A4-8DAD-2BC4-F6F1-1412B785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B1E3F9-41E4-266A-1887-AA7751D3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4055DA-68A0-4B4C-515F-F7C96DBDF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83B27675-FF69-B7CD-E3DB-7D75611E9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96" y="94594"/>
            <a:ext cx="11929241" cy="65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1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21</Words>
  <Application>Microsoft Office PowerPoint</Application>
  <PresentationFormat>Widescreen</PresentationFormat>
  <Paragraphs>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COURSEWORK ST2187 Business analytics, applied modelling and prediction 2024–2025 5 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Aruana Sadubayeva</dc:creator>
  <cp:lastModifiedBy>Aruana Sadubayeva</cp:lastModifiedBy>
  <cp:revision>2</cp:revision>
  <dcterms:created xsi:type="dcterms:W3CDTF">2025-02-24T13:36:30Z</dcterms:created>
  <dcterms:modified xsi:type="dcterms:W3CDTF">2025-02-24T13:55:27Z</dcterms:modified>
</cp:coreProperties>
</file>